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FSCA LIGHTNING TALK —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Segoe UI"/>
              </a:rPr>
              <a:t>Three Goals.
None of Which Required Me to Know How.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36576" cy="1645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555555"/>
                </a:solidFill>
                <a:latin typeface="Segoe UI"/>
              </a:rPr>
              <a:t>Build a mobile game in a platform and language I'd never used.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555555"/>
                </a:solidFill>
                <a:latin typeface="Segoe UI"/>
              </a:rPr>
              <a:t>Build it without writing a single line of code myself.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555555"/>
                </a:solidFill>
                <a:latin typeface="Segoe UI"/>
              </a:rPr>
              <a:t>Get it automatically installed on my phone every time I pushed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BEAT 1 — 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Segoe UI"/>
              </a:rP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555555"/>
                </a:solidFill>
                <a:latin typeface="Segoe UI"/>
              </a:rPr>
              <a:t>"I wanted to build a mobile game. I picked Godot — a free, open source game engine I'd never touched — and GDScript, its scripting language, which I had never written. I had some Unity experience from years ago, but this was essentially starting from scratch."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AAAAAA"/>
                </a:solidFill>
                <a:latin typeface="Segoe UI"/>
              </a:rPr>
              <a:t>Note: The point is the unfamiliarity, not the tool. Keep this short.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AAAAA"/>
                </a:solidFill>
                <a:latin typeface="Segoe UI"/>
              </a:rPr>
              <a:t>~45 sec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BEAT 2 — THE 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Segoe UI"/>
              </a:rPr>
              <a:t>The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555555"/>
                </a:solidFill>
                <a:latin typeface="Segoe UI"/>
              </a:rPr>
              <a:t>"I set a rule for myself: I wasn't going to write the code. I would describe what I wanted, review what came back, and decide whether it was right. Claude wrote every line. I was the architect."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AAAAAA"/>
                </a:solidFill>
                <a:latin typeface="Segoe UI"/>
              </a:rPr>
              <a:t>Note: This is the beat that will get the most reaction. Let it breathe.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AAAAA"/>
                </a:solidFill>
                <a:latin typeface="Segoe UI"/>
              </a:rPr>
              <a:t>~45 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BEAT 3 —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Segoe UI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555555"/>
                </a:solidFill>
                <a:latin typeface="Segoe UI"/>
              </a:rPr>
              <a:t>"Here's what we built."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AAAAAA"/>
                </a:solidFill>
                <a:latin typeface="Segoe UI"/>
              </a:rPr>
              <a:t>Note: Let the video carry this. Say almost nothing. Point out one or two things if it feels natural.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AAAAA"/>
                </a:solidFill>
                <a:latin typeface="Segoe UI"/>
              </a:rPr>
              <a:t>~90 sec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BEAT 4 — BIGGEST SURPRISE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Segoe UI"/>
              </a:rPr>
              <a:t>Biggest Surprise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55555"/>
                </a:solidFill>
                <a:latin typeface="Segoe UI"/>
              </a:rPr>
              <a:t>"I also wanted it automatically installed on my phone every time I pushed code. I knew what that should look like — I build pipelines at work — but I had no idea what tools a game pipeline uses. I described the outcome. Claude came back with a complete solution: GitHub Actions, a Windows installer, a signed Android APK, Firebase pushing it to my phone. Thirty seconds after a git push."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AAAAAA"/>
                </a:solidFill>
                <a:latin typeface="Segoe UI"/>
              </a:rPr>
              <a:t>Note: A screenshot here helps — the green Actions run or the Firebase notification on your phone.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AAAAA"/>
                </a:solidFill>
                <a:latin typeface="Segoe UI"/>
              </a:rPr>
              <a:t>~60 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AAAAAA"/>
                </a:solidFill>
                <a:latin typeface="Segoe UI"/>
              </a:rPr>
              <a:t>BEAT 5 — THE CLOSER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Segoe UI"/>
              </a:rPr>
              <a:t>The Closer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555555"/>
                </a:solidFill>
                <a:latin typeface="Segoe UI"/>
              </a:rPr>
              <a:t>"Three goals. None of them required me to already know how to do them."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AAAAAA"/>
                </a:solidFill>
                <a:latin typeface="Segoe UI"/>
              </a:rPr>
              <a:t>Note: Stop there. That line does the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AAAAAA"/>
                </a:solidFill>
                <a:latin typeface="Segoe UI"/>
              </a:rPr>
              <a:t>~15 sec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